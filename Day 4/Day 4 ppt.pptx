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E2EC-87D8-5E79-338C-1DECC6713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946BE-2AEC-261B-40E7-673A92437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DB88-F660-C9C5-6F80-0B01EA86F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386D-2B23-4684-98F8-503321375A2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E30EF-049D-0279-39B5-23258398E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DD05C-D541-AC3B-ABF6-0A1FB718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45F0-B2D7-43DF-8172-91B18DE3F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905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73C56-1E28-5F79-A67B-D68C6958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69816-4B33-10DE-CCA8-35B62B369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008D4-4B1D-E25A-9F2F-ACD9AAFE3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386D-2B23-4684-98F8-503321375A2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7E55B-24C5-1F80-86B8-A1CE9B9C8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DC277-5B8D-4A6D-B7A7-4C5EF6EB0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45F0-B2D7-43DF-8172-91B18DE3F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577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20817-F8E6-865D-7578-92796B79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7BB77-BB2F-232B-6991-1D8843208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117CE-BC0D-E370-F0DE-30F10CE8A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386D-2B23-4684-98F8-503321375A2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59CBE-5177-44E6-584F-84B11B7C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A54BB-43D1-2219-8204-E0ACFA342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45F0-B2D7-43DF-8172-91B18DE3F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54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6464-418B-3D6E-50EE-1C970D782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E81F8-5D93-4A03-852D-D9AE86AAB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531693-FCC5-71A6-C3B5-EDC9DE48E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9B723-AAF4-DBA5-909A-EB0A9EAD3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386D-2B23-4684-98F8-503321375A2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CD651-8B1D-2306-A910-5AD52AD6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C28D9-6FE1-C537-C73E-7CECDD2D0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45F0-B2D7-43DF-8172-91B18DE3F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878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14D1-CDC7-912E-411F-12BFD2B08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FF3D1-24D9-DF7B-0405-C35BEFD0D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0562F-2EAA-DDAA-162C-8A2B7244E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FB0EA1-D52F-62AF-23CF-5BDAC9793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9922A3-0723-B5A8-1E45-29A2AB4EE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EC7613-438F-5A63-4FA2-3ACA6D675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386D-2B23-4684-98F8-503321375A2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89B5DA-9FD9-DEB3-6084-B71338CB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72269C-0539-88A2-8217-D295A341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45F0-B2D7-43DF-8172-91B18DE3F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938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19252-9B5C-BE87-1D0D-229FA1500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85817E-23A4-B77C-0723-A53742823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386D-2B23-4684-98F8-503321375A2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2CDE9-A2A4-091A-5A30-41DA7A885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0AD20-5CD2-E542-1120-ED8C1EF6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45F0-B2D7-43DF-8172-91B18DE3F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37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6A4CF4-CB20-B980-5247-B6009E3D5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386D-2B23-4684-98F8-503321375A2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01213-35BA-2C3E-3F21-142AB9D5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B2A42-5FD6-F3E8-38CC-FF55E115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45F0-B2D7-43DF-8172-91B18DE3F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665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84127-E41C-FDAA-D9AB-BB0E02899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95AD5-CAF4-43B4-1F15-F6788464D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326545-0175-8662-641F-C587DB4CF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810B0-8DCF-8C0E-FB26-47CD43083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386D-2B23-4684-98F8-503321375A2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7281A-6E5D-69C1-75E3-27EAA6C8F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578E3-A6E5-772A-F8B7-D0D9CFD3B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45F0-B2D7-43DF-8172-91B18DE3F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092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EB1C-98D5-4587-2279-26F2EFAE5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4F72C-DA35-302E-8A7C-F3548EB0D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68D7F-4A9A-EEC4-4996-8C0E42AE8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D64D8-DD67-0EB9-C700-37481002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386D-2B23-4684-98F8-503321375A2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212AB-A61E-72C3-5590-B9F8B199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88670-BF6E-8860-357F-9D7CDF4FF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45F0-B2D7-43DF-8172-91B18DE3F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398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E8B9D-FCA1-135C-134C-0AF3644B5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E7D91-8A25-5DB8-77F3-3AB28DC13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69E6C-C5FC-7166-80F5-DBFD0F0E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386D-2B23-4684-98F8-503321375A2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36889-0805-9A25-6E52-FFDB6C6B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B6C05-CD29-FEF0-7E7E-BDCEC7340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45F0-B2D7-43DF-8172-91B18DE3F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214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FFEEBD-D0E8-5A1D-A60C-56D067C02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986EC-F238-3FBD-778B-580D8C2F0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F1F73-2A2A-DF58-7CA6-158C1EB23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E386D-2B23-4684-98F8-503321375A2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814AB-F6F7-A9D2-A394-8A8718DF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A4ADE-5F0A-F69B-55B7-C873406A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F45F0-B2D7-43DF-8172-91B18DE3F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29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3947C4-128A-980A-E3E3-E23B11214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839F6-728F-6AE3-60ED-C94D48B45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82CA4-FE9C-2C94-D7D8-3E3397D1C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E386D-2B23-4684-98F8-503321375A23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31EF4-902E-6BC1-B115-E3E372659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CFBF4-D212-1726-DA74-39723FFE5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F45F0-B2D7-43DF-8172-91B18DE3F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42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F89CE-FFFF-273A-8FEC-DBF92754C6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Day 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15B8A-A3E2-148B-3527-C5849333BF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Vector database and embedding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2213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99552A-4A8A-3737-72DA-4A121880101A}"/>
              </a:ext>
            </a:extLst>
          </p:cNvPr>
          <p:cNvSpPr txBox="1"/>
          <p:nvPr/>
        </p:nvSpPr>
        <p:spPr>
          <a:xfrm>
            <a:off x="1393372" y="1488624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Tokenization?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1213D-4281-5ABA-B9CC-FFB86517F14E}"/>
              </a:ext>
            </a:extLst>
          </p:cNvPr>
          <p:cNvSpPr txBox="1"/>
          <p:nvPr/>
        </p:nvSpPr>
        <p:spPr>
          <a:xfrm>
            <a:off x="1045029" y="22349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Tokenization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the process of breaking a large text into smaller units called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tokens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906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F0244-253F-3C78-80EA-5E4EF13BA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F134E4-3885-51CD-5279-636DB2F40F52}"/>
              </a:ext>
            </a:extLst>
          </p:cNvPr>
          <p:cNvSpPr txBox="1"/>
          <p:nvPr/>
        </p:nvSpPr>
        <p:spPr>
          <a:xfrm>
            <a:off x="859971" y="946927"/>
            <a:ext cx="7162799" cy="1045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is Tokenization Important?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Tokenization is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crucial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because computers don’t understand raw text. Instead, they work with numbers.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34613-68A0-4BC1-F1F0-F936C2416F09}"/>
              </a:ext>
            </a:extLst>
          </p:cNvPr>
          <p:cNvSpPr txBox="1"/>
          <p:nvPr/>
        </p:nvSpPr>
        <p:spPr>
          <a:xfrm>
            <a:off x="859971" y="255746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Bridges the gap between human language and machine learning.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Reduces complexity by breaking text into structured pieces.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Helps in text analysis, search engines, chatbots, and machine translation.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Prepares data for deep learning models like BERT, GPT, and LSTMs.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3863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42F13-22B8-2425-1F7C-C08A670BE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AD65BA-B151-FAED-6D0F-43FC00E7AB67}"/>
              </a:ext>
            </a:extLst>
          </p:cNvPr>
          <p:cNvSpPr txBox="1"/>
          <p:nvPr/>
        </p:nvSpPr>
        <p:spPr>
          <a:xfrm>
            <a:off x="1099457" y="961861"/>
            <a:ext cx="6096000" cy="116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1: Tokenization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📌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Sentence: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"Artificial Intelligence is powerful!"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📌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Tokens: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["Artificial", "Intelligence", "is", "powerful", "!"]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BAA92-28C0-D2BB-7FA9-DDC6A9898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71" y="3055644"/>
            <a:ext cx="10167258" cy="378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3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2CCE4-5234-AE95-EDD6-4D9AB39EA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A6C407-810E-3FB8-5392-BD44E5864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135580"/>
            <a:ext cx="8137681" cy="365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00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DEF7A-1A1F-E703-B2A9-BD15AC5F1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F63BD4-6D4B-4A40-2F23-FCF157AC2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2" y="1408436"/>
            <a:ext cx="8177143" cy="469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130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A7FCB-EBD6-A0B4-F0B8-623DA05E8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77D213-4C4B-1D8F-4B07-7B67AFB903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587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BE3C2-6BB9-F833-D9B4-EF9BC54F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BB63-F116-A94A-F2F3-9057074D74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34214-0380-020F-6F2F-89CAC1FC33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433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AE668-CF0C-13B9-588E-1F9613FE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697B6-45F0-17CD-8371-B92B49152C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68DD7-0A99-BA52-8AAA-5CA3909033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047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46D49-C9EA-5FBF-197C-CF4403E6A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D8074-A206-797A-63AD-697C5316BE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BC6AB-FC70-8876-B4B1-7DFD10D876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308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F17E1-A8F1-8481-A9CE-1BB808B81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1F11A-824E-8EF3-4D3B-9DBA2489DC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52420-9072-ADC2-F014-8DDCDEA500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971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Widescreen</PresentationFormat>
  <Paragraphs>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Segoe UI Emoji</vt:lpstr>
      <vt:lpstr>Office Theme</vt:lpstr>
      <vt:lpstr>Day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 kumar</dc:creator>
  <cp:lastModifiedBy>gowtham kumar</cp:lastModifiedBy>
  <cp:revision>2</cp:revision>
  <dcterms:created xsi:type="dcterms:W3CDTF">2025-02-22T08:59:16Z</dcterms:created>
  <dcterms:modified xsi:type="dcterms:W3CDTF">2025-02-28T17:35:19Z</dcterms:modified>
</cp:coreProperties>
</file>